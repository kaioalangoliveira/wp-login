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1282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D9FAD-72F3-4090-BBBC-7252E0FBD3BF}" type="datetimeFigureOut">
              <a:rPr lang="pt-BR" smtClean="0"/>
              <a:pPr/>
              <a:t>11/10/2026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8A1568-0B3C-4648-96FA-8A32ADCD5AF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E387-9780-4132-A029-057E72684E03}" type="datetimeFigureOut">
              <a:rPr lang="pt-BR" smtClean="0"/>
              <a:pPr/>
              <a:t>11/10/2026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E387-9780-4132-A029-057E72684E03}" type="datetimeFigureOut">
              <a:rPr lang="pt-BR" smtClean="0"/>
              <a:pPr/>
              <a:t>11/10/2026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E387-9780-4132-A029-057E72684E03}" type="datetimeFigureOut">
              <a:rPr lang="pt-BR" smtClean="0"/>
              <a:pPr/>
              <a:t>11/10/2026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E387-9780-4132-A029-057E72684E03}" type="datetimeFigureOut">
              <a:rPr lang="pt-BR" smtClean="0"/>
              <a:pPr/>
              <a:t>11/10/2026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E387-9780-4132-A029-057E72684E03}" type="datetimeFigureOut">
              <a:rPr lang="pt-BR" smtClean="0"/>
              <a:pPr/>
              <a:t>11/10/2026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E387-9780-4132-A029-057E72684E03}" type="datetimeFigureOut">
              <a:rPr lang="pt-BR" smtClean="0"/>
              <a:pPr/>
              <a:t>11/10/2026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E387-9780-4132-A029-057E72684E03}" type="datetimeFigureOut">
              <a:rPr lang="pt-BR" smtClean="0"/>
              <a:pPr/>
              <a:t>11/10/2026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E387-9780-4132-A029-057E72684E03}" type="datetimeFigureOut">
              <a:rPr lang="pt-BR" smtClean="0"/>
              <a:pPr/>
              <a:t>11/10/2026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E387-9780-4132-A029-057E72684E03}" type="datetimeFigureOut">
              <a:rPr lang="pt-BR" smtClean="0"/>
              <a:pPr/>
              <a:t>11/10/2026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E387-9780-4132-A029-057E72684E03}" type="datetimeFigureOut">
              <a:rPr lang="pt-BR" smtClean="0"/>
              <a:pPr/>
              <a:t>11/10/2026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CE387-9780-4132-A029-057E72684E03}" type="datetimeFigureOut">
              <a:rPr lang="pt-BR" smtClean="0"/>
              <a:pPr/>
              <a:t>11/10/2026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CE387-9780-4132-A029-057E72684E03}" type="datetimeFigureOut">
              <a:rPr lang="pt-BR" smtClean="0"/>
              <a:pPr/>
              <a:t>11/10/2026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997C8-D2C6-4D0A-A750-0C8227298E2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714612" y="1000108"/>
            <a:ext cx="5715040" cy="42862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2071670" y="1000108"/>
            <a:ext cx="3286148" cy="4286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0" y="0"/>
            <a:ext cx="2214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 smtClean="0"/>
              <a:t>Login</a:t>
            </a:r>
            <a:endParaRPr lang="pt-BR" sz="2400" b="1" dirty="0"/>
          </a:p>
        </p:txBody>
      </p:sp>
      <p:sp>
        <p:nvSpPr>
          <p:cNvPr id="7" name="CaixaDeTexto 6"/>
          <p:cNvSpPr txBox="1"/>
          <p:nvPr/>
        </p:nvSpPr>
        <p:spPr>
          <a:xfrm>
            <a:off x="5500694" y="1000108"/>
            <a:ext cx="1857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i="1" dirty="0" smtClean="0"/>
              <a:t>usuário</a:t>
            </a:r>
            <a:endParaRPr lang="pt-BR" i="1" dirty="0"/>
          </a:p>
        </p:txBody>
      </p:sp>
      <p:sp>
        <p:nvSpPr>
          <p:cNvPr id="8" name="CaixaDeTexto 7"/>
          <p:cNvSpPr txBox="1"/>
          <p:nvPr/>
        </p:nvSpPr>
        <p:spPr>
          <a:xfrm>
            <a:off x="5500694" y="2000240"/>
            <a:ext cx="1357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i="1" dirty="0" smtClean="0"/>
              <a:t>senha</a:t>
            </a:r>
            <a:endParaRPr lang="pt-BR" i="1" dirty="0"/>
          </a:p>
        </p:txBody>
      </p:sp>
      <p:sp>
        <p:nvSpPr>
          <p:cNvPr id="11" name="Retângulo de cantos arredondados 10"/>
          <p:cNvSpPr/>
          <p:nvPr/>
        </p:nvSpPr>
        <p:spPr>
          <a:xfrm>
            <a:off x="5643570" y="3429000"/>
            <a:ext cx="2428892" cy="428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643570" y="1500174"/>
            <a:ext cx="2428892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5643570" y="2357430"/>
            <a:ext cx="2428892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/>
          <p:cNvSpPr txBox="1"/>
          <p:nvPr/>
        </p:nvSpPr>
        <p:spPr>
          <a:xfrm>
            <a:off x="6143636" y="3429000"/>
            <a:ext cx="321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     Entrar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5</Words>
  <Application>Microsoft Office PowerPoint</Application>
  <PresentationFormat>Apresentação na tela (4:3)</PresentationFormat>
  <Paragraphs>4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Dev</dc:creator>
  <cp:lastModifiedBy>Kaio</cp:lastModifiedBy>
  <cp:revision>38</cp:revision>
  <dcterms:created xsi:type="dcterms:W3CDTF">2026-07-17T14:49:12Z</dcterms:created>
  <dcterms:modified xsi:type="dcterms:W3CDTF">2026-10-11T12:22:23Z</dcterms:modified>
</cp:coreProperties>
</file>